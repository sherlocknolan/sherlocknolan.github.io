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75" d="100"/>
          <a:sy n="75" d="100"/>
        </p:scale>
        <p:origin x="177" y="-4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767462"/>
            <a:ext cx="10363200" cy="375991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72376"/>
            <a:ext cx="9144000" cy="2607442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1811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45469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692444"/>
            <a:ext cx="10515600" cy="4492401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7227345"/>
            <a:ext cx="10515600" cy="2362447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7703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874937"/>
            <a:ext cx="5181600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874937"/>
            <a:ext cx="5181600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3308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74990"/>
            <a:ext cx="10515600" cy="2087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647443"/>
            <a:ext cx="5157787" cy="129747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944914"/>
            <a:ext cx="5157787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647443"/>
            <a:ext cx="5183188" cy="129747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944914"/>
            <a:ext cx="5183188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681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5502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818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19984"/>
            <a:ext cx="3932237" cy="2519945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554968"/>
            <a:ext cx="6172200" cy="7674832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239929"/>
            <a:ext cx="3932237" cy="600236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8023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19984"/>
            <a:ext cx="3932237" cy="2519945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554968"/>
            <a:ext cx="6172200" cy="7674832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239929"/>
            <a:ext cx="3932237" cy="600236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9696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3627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574987"/>
            <a:ext cx="2628900" cy="91523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574987"/>
            <a:ext cx="7734300" cy="91523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6063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574990"/>
            <a:ext cx="10515600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874937"/>
            <a:ext cx="10515600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0009783"/>
            <a:ext cx="274320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73399E-022F-4331-8383-4C72B5EC2ABA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0009783"/>
            <a:ext cx="411480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0009783"/>
            <a:ext cx="274320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6EB1C8-C376-4370-9687-3182AB9C74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7070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E48D075-5035-A937-0A9B-DBDD8CEDCFF8}"/>
              </a:ext>
            </a:extLst>
          </p:cNvPr>
          <p:cNvSpPr/>
          <p:nvPr/>
        </p:nvSpPr>
        <p:spPr>
          <a:xfrm>
            <a:off x="1899979" y="1260182"/>
            <a:ext cx="5584723" cy="756869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74000">
                <a:schemeClr val="accent5">
                  <a:lumMod val="57000"/>
                  <a:lumOff val="43000"/>
                </a:schemeClr>
              </a:gs>
              <a:gs pos="100000">
                <a:schemeClr val="accent5">
                  <a:lumMod val="76000"/>
                  <a:lumOff val="24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D8F0490-89F3-5513-B03A-08DC60020A1F}"/>
              </a:ext>
            </a:extLst>
          </p:cNvPr>
          <p:cNvSpPr/>
          <p:nvPr/>
        </p:nvSpPr>
        <p:spPr>
          <a:xfrm>
            <a:off x="1899979" y="5274521"/>
            <a:ext cx="1914938" cy="97831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BC09E08-2C92-8051-AA96-6DD7B1E9D681}"/>
              </a:ext>
            </a:extLst>
          </p:cNvPr>
          <p:cNvSpPr/>
          <p:nvPr/>
        </p:nvSpPr>
        <p:spPr>
          <a:xfrm>
            <a:off x="4218039" y="3932418"/>
            <a:ext cx="1936955" cy="97831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2DC97B-46CA-D449-B435-F5B0E1127062}"/>
              </a:ext>
            </a:extLst>
          </p:cNvPr>
          <p:cNvSpPr/>
          <p:nvPr/>
        </p:nvSpPr>
        <p:spPr>
          <a:xfrm>
            <a:off x="4473678" y="6429811"/>
            <a:ext cx="1936955" cy="97831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66659C-1CAC-0F23-25C4-DA50D50F2886}"/>
              </a:ext>
            </a:extLst>
          </p:cNvPr>
          <p:cNvSpPr/>
          <p:nvPr/>
        </p:nvSpPr>
        <p:spPr>
          <a:xfrm rot="5400000">
            <a:off x="4688757" y="3282261"/>
            <a:ext cx="1973827" cy="97831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89C552C-C0C2-2D1C-262B-8E18A1685F0F}"/>
              </a:ext>
            </a:extLst>
          </p:cNvPr>
          <p:cNvSpPr/>
          <p:nvPr/>
        </p:nvSpPr>
        <p:spPr>
          <a:xfrm rot="5400000">
            <a:off x="5368411" y="2467412"/>
            <a:ext cx="2084442" cy="1091382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92A977-DD3C-5A8E-72D9-54CCE164A496}"/>
              </a:ext>
            </a:extLst>
          </p:cNvPr>
          <p:cNvSpPr/>
          <p:nvPr/>
        </p:nvSpPr>
        <p:spPr>
          <a:xfrm>
            <a:off x="5127522" y="5370385"/>
            <a:ext cx="1828801" cy="1512072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461E294E-32C6-CBB0-06E5-5A977BC6111A}"/>
              </a:ext>
            </a:extLst>
          </p:cNvPr>
          <p:cNvSpPr/>
          <p:nvPr/>
        </p:nvSpPr>
        <p:spPr>
          <a:xfrm>
            <a:off x="1874904" y="4688662"/>
            <a:ext cx="5563241" cy="2755293"/>
          </a:xfrm>
          <a:custGeom>
            <a:avLst/>
            <a:gdLst>
              <a:gd name="csX0" fmla="*/ 0 w 5563241"/>
              <a:gd name="csY0" fmla="*/ 2165496 h 2755293"/>
              <a:gd name="csX1" fmla="*/ 1037345 w 5563241"/>
              <a:gd name="csY1" fmla="*/ 2703378 h 2755293"/>
              <a:gd name="csX2" fmla="*/ 2558783 w 5563241"/>
              <a:gd name="csY2" fmla="*/ 1028259 h 2755293"/>
              <a:gd name="csX3" fmla="*/ 4126326 w 5563241"/>
              <a:gd name="csY3" fmla="*/ 152279 h 2755293"/>
              <a:gd name="csX4" fmla="*/ 5563241 w 5563241"/>
              <a:gd name="csY4" fmla="*/ 6283 h 27552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63241" h="2755293">
                <a:moveTo>
                  <a:pt x="0" y="2165496"/>
                </a:moveTo>
                <a:cubicBezTo>
                  <a:pt x="305440" y="2529206"/>
                  <a:pt x="610881" y="2892917"/>
                  <a:pt x="1037345" y="2703378"/>
                </a:cubicBezTo>
                <a:cubicBezTo>
                  <a:pt x="1463809" y="2513839"/>
                  <a:pt x="2043953" y="1453442"/>
                  <a:pt x="2558783" y="1028259"/>
                </a:cubicBezTo>
                <a:cubicBezTo>
                  <a:pt x="3073613" y="603076"/>
                  <a:pt x="3625583" y="322608"/>
                  <a:pt x="4126326" y="152279"/>
                </a:cubicBezTo>
                <a:cubicBezTo>
                  <a:pt x="4627069" y="-18050"/>
                  <a:pt x="5095155" y="-5884"/>
                  <a:pt x="5563241" y="6283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75B323AD-227B-630D-7A42-91B8C98EEB5C}"/>
              </a:ext>
            </a:extLst>
          </p:cNvPr>
          <p:cNvSpPr/>
          <p:nvPr/>
        </p:nvSpPr>
        <p:spPr>
          <a:xfrm>
            <a:off x="3296450" y="2120793"/>
            <a:ext cx="4134011" cy="6001231"/>
          </a:xfrm>
          <a:custGeom>
            <a:avLst/>
            <a:gdLst>
              <a:gd name="csX0" fmla="*/ 0 w 4134011"/>
              <a:gd name="csY0" fmla="*/ 6001231 h 6001231"/>
              <a:gd name="csX1" fmla="*/ 791456 w 4134011"/>
              <a:gd name="csY1" fmla="*/ 914400 h 6001231"/>
              <a:gd name="csX2" fmla="*/ 4134011 w 4134011"/>
              <a:gd name="csY2" fmla="*/ 0 h 6001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34011" h="6001231">
                <a:moveTo>
                  <a:pt x="0" y="6001231"/>
                </a:moveTo>
                <a:cubicBezTo>
                  <a:pt x="56350" y="3959839"/>
                  <a:pt x="102454" y="1914605"/>
                  <a:pt x="791456" y="914400"/>
                </a:cubicBezTo>
                <a:cubicBezTo>
                  <a:pt x="1480458" y="-85805"/>
                  <a:pt x="3574357" y="151119"/>
                  <a:pt x="4134011" y="0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8769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7C8A7D37-76A2-FED4-3F59-397568A351C9}"/>
              </a:ext>
            </a:extLst>
          </p:cNvPr>
          <p:cNvSpPr/>
          <p:nvPr/>
        </p:nvSpPr>
        <p:spPr>
          <a:xfrm>
            <a:off x="1123950" y="2178049"/>
            <a:ext cx="8655049" cy="661697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79000">
                <a:schemeClr val="accent5">
                  <a:lumMod val="57000"/>
                  <a:lumOff val="43000"/>
                </a:schemeClr>
              </a:gs>
              <a:gs pos="100000">
                <a:schemeClr val="accent5">
                  <a:lumMod val="76000"/>
                  <a:lumOff val="24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265A356-A769-D6B0-361C-ADD0B4839895}"/>
              </a:ext>
            </a:extLst>
          </p:cNvPr>
          <p:cNvSpPr/>
          <p:nvPr/>
        </p:nvSpPr>
        <p:spPr>
          <a:xfrm>
            <a:off x="1757311" y="3421069"/>
            <a:ext cx="3857728" cy="245903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5EA3AB4-3FE0-EC9F-CF71-A4415528C65C}"/>
              </a:ext>
            </a:extLst>
          </p:cNvPr>
          <p:cNvSpPr txBox="1"/>
          <p:nvPr/>
        </p:nvSpPr>
        <p:spPr>
          <a:xfrm>
            <a:off x="1981200" y="4006850"/>
            <a:ext cx="34099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FinsSim</a:t>
            </a:r>
            <a:endParaRPr lang="zh-CN" altLang="en-US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9DD1C14-9010-F07D-7E7B-DAFDD686EAB5}"/>
              </a:ext>
            </a:extLst>
          </p:cNvPr>
          <p:cNvSpPr/>
          <p:nvPr/>
        </p:nvSpPr>
        <p:spPr>
          <a:xfrm>
            <a:off x="3317978" y="5290270"/>
            <a:ext cx="1936955" cy="97831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C49B8D-8538-78B4-8BC3-3B5192F7E643}"/>
              </a:ext>
            </a:extLst>
          </p:cNvPr>
          <p:cNvSpPr/>
          <p:nvPr/>
        </p:nvSpPr>
        <p:spPr>
          <a:xfrm>
            <a:off x="4700638" y="5023389"/>
            <a:ext cx="1828801" cy="1512072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44A3BCC-55A1-ECEC-3E5E-7067A0C204C1}"/>
              </a:ext>
            </a:extLst>
          </p:cNvPr>
          <p:cNvSpPr txBox="1"/>
          <p:nvPr/>
        </p:nvSpPr>
        <p:spPr>
          <a:xfrm>
            <a:off x="1593745" y="5018138"/>
            <a:ext cx="38577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SIMULATION   ×   HARDWARE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Lato" panose="020F0502020204030203" pitchFamily="34" charset="0"/>
              <a:ea typeface="Arial Unicode MS" panose="020B0604020202020204" pitchFamily="34" charset="-128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321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63</TotalTime>
  <Words>4</Words>
  <Application>Microsoft Office PowerPoint</Application>
  <PresentationFormat>自定义</PresentationFormat>
  <Paragraphs>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Lato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Author</dc:creator>
  <cp:lastModifiedBy>Author</cp:lastModifiedBy>
  <cp:revision>3</cp:revision>
  <dcterms:created xsi:type="dcterms:W3CDTF">2026-09-05T16:01:02Z</dcterms:created>
  <dcterms:modified xsi:type="dcterms:W3CDTF">2026-09-05T17:04:06Z</dcterms:modified>
</cp:coreProperties>
</file>
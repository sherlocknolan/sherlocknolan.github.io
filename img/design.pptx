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81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546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70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30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81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50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1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02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69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27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063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3399E-022F-4331-8383-4C72B5EC2AB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EB1C8-C376-4370-9687-3182AB9C7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07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E48D075-5035-A937-0A9B-DBDD8CEDCFF8}"/>
              </a:ext>
            </a:extLst>
          </p:cNvPr>
          <p:cNvSpPr/>
          <p:nvPr/>
        </p:nvSpPr>
        <p:spPr>
          <a:xfrm>
            <a:off x="1899979" y="1260182"/>
            <a:ext cx="5584723" cy="75686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5">
                  <a:lumMod val="57000"/>
                  <a:lumOff val="43000"/>
                </a:schemeClr>
              </a:gs>
              <a:gs pos="100000">
                <a:schemeClr val="accent5">
                  <a:lumMod val="76000"/>
                  <a:lumOff val="2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8F0490-89F3-5513-B03A-08DC60020A1F}"/>
              </a:ext>
            </a:extLst>
          </p:cNvPr>
          <p:cNvSpPr/>
          <p:nvPr/>
        </p:nvSpPr>
        <p:spPr>
          <a:xfrm>
            <a:off x="1899979" y="5274521"/>
            <a:ext cx="1914938" cy="9783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C09E08-2C92-8051-AA96-6DD7B1E9D681}"/>
              </a:ext>
            </a:extLst>
          </p:cNvPr>
          <p:cNvSpPr/>
          <p:nvPr/>
        </p:nvSpPr>
        <p:spPr>
          <a:xfrm>
            <a:off x="4218039" y="3932418"/>
            <a:ext cx="1936955" cy="9783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2DC97B-46CA-D449-B435-F5B0E1127062}"/>
              </a:ext>
            </a:extLst>
          </p:cNvPr>
          <p:cNvSpPr/>
          <p:nvPr/>
        </p:nvSpPr>
        <p:spPr>
          <a:xfrm>
            <a:off x="4473678" y="6429811"/>
            <a:ext cx="1936955" cy="9783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66659C-1CAC-0F23-25C4-DA50D50F2886}"/>
              </a:ext>
            </a:extLst>
          </p:cNvPr>
          <p:cNvSpPr/>
          <p:nvPr/>
        </p:nvSpPr>
        <p:spPr>
          <a:xfrm rot="5400000">
            <a:off x="4688757" y="3282261"/>
            <a:ext cx="1973827" cy="9783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9C552C-C0C2-2D1C-262B-8E18A1685F0F}"/>
              </a:ext>
            </a:extLst>
          </p:cNvPr>
          <p:cNvSpPr/>
          <p:nvPr/>
        </p:nvSpPr>
        <p:spPr>
          <a:xfrm rot="5400000">
            <a:off x="5368411" y="2467412"/>
            <a:ext cx="2084442" cy="10913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92A977-DD3C-5A8E-72D9-54CCE164A496}"/>
              </a:ext>
            </a:extLst>
          </p:cNvPr>
          <p:cNvSpPr/>
          <p:nvPr/>
        </p:nvSpPr>
        <p:spPr>
          <a:xfrm>
            <a:off x="5127522" y="5370385"/>
            <a:ext cx="1828801" cy="15120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461E294E-32C6-CBB0-06E5-5A977BC6111A}"/>
              </a:ext>
            </a:extLst>
          </p:cNvPr>
          <p:cNvSpPr/>
          <p:nvPr/>
        </p:nvSpPr>
        <p:spPr>
          <a:xfrm>
            <a:off x="1874904" y="4688662"/>
            <a:ext cx="5563241" cy="2755293"/>
          </a:xfrm>
          <a:custGeom>
            <a:avLst/>
            <a:gdLst>
              <a:gd name="csX0" fmla="*/ 0 w 5563241"/>
              <a:gd name="csY0" fmla="*/ 2165496 h 2755293"/>
              <a:gd name="csX1" fmla="*/ 1037345 w 5563241"/>
              <a:gd name="csY1" fmla="*/ 2703378 h 2755293"/>
              <a:gd name="csX2" fmla="*/ 2558783 w 5563241"/>
              <a:gd name="csY2" fmla="*/ 1028259 h 2755293"/>
              <a:gd name="csX3" fmla="*/ 4126326 w 5563241"/>
              <a:gd name="csY3" fmla="*/ 152279 h 2755293"/>
              <a:gd name="csX4" fmla="*/ 5563241 w 5563241"/>
              <a:gd name="csY4" fmla="*/ 6283 h 2755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63241" h="2755293">
                <a:moveTo>
                  <a:pt x="0" y="2165496"/>
                </a:moveTo>
                <a:cubicBezTo>
                  <a:pt x="305440" y="2529206"/>
                  <a:pt x="610881" y="2892917"/>
                  <a:pt x="1037345" y="2703378"/>
                </a:cubicBezTo>
                <a:cubicBezTo>
                  <a:pt x="1463809" y="2513839"/>
                  <a:pt x="2043953" y="1453442"/>
                  <a:pt x="2558783" y="1028259"/>
                </a:cubicBezTo>
                <a:cubicBezTo>
                  <a:pt x="3073613" y="603076"/>
                  <a:pt x="3625583" y="322608"/>
                  <a:pt x="4126326" y="152279"/>
                </a:cubicBezTo>
                <a:cubicBezTo>
                  <a:pt x="4627069" y="-18050"/>
                  <a:pt x="5095155" y="-5884"/>
                  <a:pt x="5563241" y="628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5B323AD-227B-630D-7A42-91B8C98EEB5C}"/>
              </a:ext>
            </a:extLst>
          </p:cNvPr>
          <p:cNvSpPr/>
          <p:nvPr/>
        </p:nvSpPr>
        <p:spPr>
          <a:xfrm>
            <a:off x="3296450" y="2120793"/>
            <a:ext cx="4134011" cy="6001231"/>
          </a:xfrm>
          <a:custGeom>
            <a:avLst/>
            <a:gdLst>
              <a:gd name="csX0" fmla="*/ 0 w 4134011"/>
              <a:gd name="csY0" fmla="*/ 6001231 h 6001231"/>
              <a:gd name="csX1" fmla="*/ 791456 w 4134011"/>
              <a:gd name="csY1" fmla="*/ 914400 h 6001231"/>
              <a:gd name="csX2" fmla="*/ 4134011 w 4134011"/>
              <a:gd name="csY2" fmla="*/ 0 h 6001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34011" h="6001231">
                <a:moveTo>
                  <a:pt x="0" y="6001231"/>
                </a:moveTo>
                <a:cubicBezTo>
                  <a:pt x="56350" y="3959839"/>
                  <a:pt x="102454" y="1914605"/>
                  <a:pt x="791456" y="914400"/>
                </a:cubicBezTo>
                <a:cubicBezTo>
                  <a:pt x="1480458" y="-85805"/>
                  <a:pt x="3574357" y="151119"/>
                  <a:pt x="4134011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7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8A7D37-76A2-FED4-3F59-397568A351C9}"/>
              </a:ext>
            </a:extLst>
          </p:cNvPr>
          <p:cNvSpPr/>
          <p:nvPr/>
        </p:nvSpPr>
        <p:spPr>
          <a:xfrm>
            <a:off x="1123950" y="2178049"/>
            <a:ext cx="8655049" cy="661697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9000">
                <a:schemeClr val="accent5">
                  <a:lumMod val="57000"/>
                  <a:lumOff val="43000"/>
                </a:schemeClr>
              </a:gs>
              <a:gs pos="100000">
                <a:schemeClr val="accent5">
                  <a:lumMod val="76000"/>
                  <a:lumOff val="24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65A356-A769-D6B0-361C-ADD0B4839895}"/>
              </a:ext>
            </a:extLst>
          </p:cNvPr>
          <p:cNvSpPr/>
          <p:nvPr/>
        </p:nvSpPr>
        <p:spPr>
          <a:xfrm>
            <a:off x="1757311" y="3421069"/>
            <a:ext cx="3857728" cy="245903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EA3AB4-3FE0-EC9F-CF71-A4415528C65C}"/>
              </a:ext>
            </a:extLst>
          </p:cNvPr>
          <p:cNvSpPr txBox="1"/>
          <p:nvPr/>
        </p:nvSpPr>
        <p:spPr>
          <a:xfrm>
            <a:off x="1981200" y="4006850"/>
            <a:ext cx="34099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FinsSim</a:t>
            </a:r>
            <a:endParaRPr lang="zh-CN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DD1C14-9010-F07D-7E7B-DAFDD686EAB5}"/>
              </a:ext>
            </a:extLst>
          </p:cNvPr>
          <p:cNvSpPr/>
          <p:nvPr/>
        </p:nvSpPr>
        <p:spPr>
          <a:xfrm>
            <a:off x="3317978" y="5290270"/>
            <a:ext cx="1936955" cy="9783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C49B8D-8538-78B4-8BC3-3B5192F7E643}"/>
              </a:ext>
            </a:extLst>
          </p:cNvPr>
          <p:cNvSpPr/>
          <p:nvPr/>
        </p:nvSpPr>
        <p:spPr>
          <a:xfrm>
            <a:off x="4700638" y="5023389"/>
            <a:ext cx="1828801" cy="1512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4A3BCC-55A1-ECEC-3E5E-7067A0C204C1}"/>
              </a:ext>
            </a:extLst>
          </p:cNvPr>
          <p:cNvSpPr txBox="1"/>
          <p:nvPr/>
        </p:nvSpPr>
        <p:spPr>
          <a:xfrm>
            <a:off x="1593745" y="5018138"/>
            <a:ext cx="3857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SIMULATION   ×   HARDWARE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Arial Unicode MS" panose="020B0604020202020204" pitchFamily="34" charset="-128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32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85C0-5EA6-29CC-98A1-4DFBB052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B80A28F-4C82-C953-EF49-24BB1B86C638}"/>
              </a:ext>
            </a:extLst>
          </p:cNvPr>
          <p:cNvSpPr/>
          <p:nvPr/>
        </p:nvSpPr>
        <p:spPr>
          <a:xfrm>
            <a:off x="1575227" y="3465498"/>
            <a:ext cx="6208700" cy="24513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9000">
                <a:schemeClr val="accent5">
                  <a:lumMod val="57000"/>
                  <a:lumOff val="43000"/>
                </a:schemeClr>
              </a:gs>
              <a:gs pos="100000">
                <a:schemeClr val="accent5">
                  <a:lumMod val="76000"/>
                  <a:lumOff val="24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2C8953-9668-4C0B-D797-54DA0B902BEB}"/>
              </a:ext>
            </a:extLst>
          </p:cNvPr>
          <p:cNvSpPr/>
          <p:nvPr/>
        </p:nvSpPr>
        <p:spPr>
          <a:xfrm>
            <a:off x="1829840" y="3709808"/>
            <a:ext cx="4174763" cy="17198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A87DD0-4065-829F-3FF2-C58A30073466}"/>
              </a:ext>
            </a:extLst>
          </p:cNvPr>
          <p:cNvSpPr/>
          <p:nvPr/>
        </p:nvSpPr>
        <p:spPr>
          <a:xfrm>
            <a:off x="3579316" y="4749443"/>
            <a:ext cx="1936955" cy="9783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EB8CF2-91D6-32D5-3FD8-6D39FB3D3828}"/>
              </a:ext>
            </a:extLst>
          </p:cNvPr>
          <p:cNvSpPr/>
          <p:nvPr/>
        </p:nvSpPr>
        <p:spPr>
          <a:xfrm>
            <a:off x="5065464" y="4863970"/>
            <a:ext cx="1828801" cy="105286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F86EF0-BFFE-369F-3C01-94E682EBEA9B}"/>
              </a:ext>
            </a:extLst>
          </p:cNvPr>
          <p:cNvSpPr txBox="1"/>
          <p:nvPr/>
        </p:nvSpPr>
        <p:spPr>
          <a:xfrm>
            <a:off x="3504959" y="4958510"/>
            <a:ext cx="3857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SIMULATION   ×   HARDWARE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  <a:latin typeface="Lato" panose="020F0502020204030203" pitchFamily="34" charset="0"/>
              <a:ea typeface="Arial Unicode MS" panose="020B0604020202020204" pitchFamily="34" charset="-128"/>
              <a:cs typeface="Lato" panose="020F050202020403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FE6F93-8AA7-1105-6077-4A6D91393B7B}"/>
              </a:ext>
            </a:extLst>
          </p:cNvPr>
          <p:cNvSpPr txBox="1"/>
          <p:nvPr/>
        </p:nvSpPr>
        <p:spPr>
          <a:xfrm>
            <a:off x="1929903" y="3709808"/>
            <a:ext cx="5541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FinsSim</a:t>
            </a:r>
            <a:endParaRPr lang="zh-CN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986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139</TotalTime>
  <Words>8</Words>
  <Application>Microsoft Office PowerPoint</Application>
  <PresentationFormat>自定义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</dc:creator>
  <cp:lastModifiedBy>Author</cp:lastModifiedBy>
  <cp:revision>4</cp:revision>
  <dcterms:created xsi:type="dcterms:W3CDTF">2026-09-05T16:01:02Z</dcterms:created>
  <dcterms:modified xsi:type="dcterms:W3CDTF">2026-09-16T16:26:15Z</dcterms:modified>
</cp:coreProperties>
</file>